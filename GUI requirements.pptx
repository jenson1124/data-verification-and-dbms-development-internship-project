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E1450-72A9-20A9-6100-68C9A1916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2AECB1-DBE2-A2BA-FEF6-C8EC6DFA8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447BD-8268-AE2F-381D-D345DD10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529ED-4866-4BC0-B393-EE2BA1FF8A8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6F90E-9033-6E6C-F46F-5277B24BC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DAA3D-8CF3-FACE-1AED-457EB3847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D53CB-74CE-46A6-AD9F-F808199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2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C4D25-1923-324A-A924-142AFE705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3BF8A-183A-4372-EC5F-1D8B97027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D3C14-9FBA-C371-A0E5-3D0A8CE3E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529ED-4866-4BC0-B393-EE2BA1FF8A8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80CA0-541C-AA9C-33BA-05FCF076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F18CF-920E-E28F-D221-6D762143B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D53CB-74CE-46A6-AD9F-F808199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56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09777-A926-8B2D-96F0-7CE256761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534D3-CDD0-D29C-EDE1-ED9D79650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03B6A-9CDE-1111-012E-4E353AA8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529ED-4866-4BC0-B393-EE2BA1FF8A8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8F103-ABCC-1E52-8EDE-66404CE72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FF41D-43C8-B845-2BDD-8C47D6888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D53CB-74CE-46A6-AD9F-F808199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65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94471-F460-55A4-3815-803097DC8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AD2A5-E5B1-3097-CB97-4A2A6F5BEB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BE775-9FDC-9A7F-D51F-1FCFFE62F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A7ED2-A354-5CA3-03F8-807862878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529ED-4866-4BC0-B393-EE2BA1FF8A8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1FF4C-CE5E-F2DE-5BF0-BA99672DA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12E4A-0529-198D-2917-4BE397A7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D53CB-74CE-46A6-AD9F-F808199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98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B4C4-A146-76EC-0097-D195C84F3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3F9AB-157A-2176-ED69-F3A283EC9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2FE010-1EA8-943C-85E4-EA6D14B8A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F2D91-D126-92EA-4531-2E90C20DF0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E55EBA-DB7D-38BF-1E98-7CD56E4C4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71886F-2D31-6C00-A6B5-358BB9BCA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529ED-4866-4BC0-B393-EE2BA1FF8A8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7C48A3-61FA-B312-DDE3-0065ADFB9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996811-0245-2B52-8423-1C1A10484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D53CB-74CE-46A6-AD9F-F808199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36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1FD1-A0E2-FDE1-8AA1-E9CFF5E0F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9E68E-2BFB-66B8-1504-B7D0F0168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529ED-4866-4BC0-B393-EE2BA1FF8A8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AF2DBF-0079-F5CD-AA3A-ED3B825D0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C2172-681B-0F60-6FB9-5F86D2AD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D53CB-74CE-46A6-AD9F-F808199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62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38D8F-EF9C-48E2-76B4-BBAD83E61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529ED-4866-4BC0-B393-EE2BA1FF8A8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0AD5AD-A076-DC93-A051-71FF5EE10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66525-C86B-B10C-AA0C-7B4F2B8C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D53CB-74CE-46A6-AD9F-F808199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11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4AB1D-A270-E51C-B4D7-8B240F2CF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03221-EBBE-B66B-5118-64520774C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2BDF1-87FB-7E89-AB99-E4899700B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7875D-34C2-756A-5F4F-52F087EB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529ED-4866-4BC0-B393-EE2BA1FF8A8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1674C-FB75-B390-2D98-8FCC01BF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60804-1B60-6F91-3202-00D3B5CE2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D53CB-74CE-46A6-AD9F-F808199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03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356C-E093-3FC8-5313-33AE0F4F2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F31173-ACAC-2E4A-D308-304674487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931E6-6631-81FD-37C4-3CA70C6D4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30BB1-1015-75A3-58AC-4444ED707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529ED-4866-4BC0-B393-EE2BA1FF8A8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48E33-5BFC-5F33-7E49-E9F1EAB53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78698-89DE-66B3-FAF9-27EF3575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D53CB-74CE-46A6-AD9F-F808199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00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1EF29-4BC8-1254-73A5-09ADD54A0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2429F-49D3-0AD1-B434-BC9C4798E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20A83-D053-1DC9-854B-01FAAD022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529ED-4866-4BC0-B393-EE2BA1FF8A8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76983-FBC0-DBD8-7E7F-62755AC45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A515A-DDFE-2DDA-E14C-DB507BAB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D53CB-74CE-46A6-AD9F-F808199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12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917C84-08DE-4F8E-7480-DE45E384B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A1D4C5-845C-9691-13DA-BAA7C4C9A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92CE8-1456-28FF-0116-9D0B21453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529ED-4866-4BC0-B393-EE2BA1FF8A8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70FC4-D78A-C3DC-D2E9-3F5F3F82E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3A7E3-0CB4-672A-34EA-7AC29EF5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D53CB-74CE-46A6-AD9F-F808199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39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2DC33D-CA6D-DEE8-52C1-DB41FE824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D2DF2-E791-A18B-102A-816951CF7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697C7-7EBA-8B00-3BCF-51B05C50D8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529ED-4866-4BC0-B393-EE2BA1FF8A86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94427-003E-0075-639C-32F5D95B0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B5674-78BB-A274-153B-16AC4907C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D53CB-74CE-46A6-AD9F-F808199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46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F8E414-2C95-C14E-A070-FC3AEC0B5235}"/>
              </a:ext>
            </a:extLst>
          </p:cNvPr>
          <p:cNvSpPr txBox="1"/>
          <p:nvPr/>
        </p:nvSpPr>
        <p:spPr>
          <a:xfrm>
            <a:off x="3663539" y="310718"/>
            <a:ext cx="4864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Material Database for Simulation -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CCCDDD-263E-8BD3-3C57-F731AFCB7DD7}"/>
              </a:ext>
            </a:extLst>
          </p:cNvPr>
          <p:cNvSpPr txBox="1"/>
          <p:nvPr/>
        </p:nvSpPr>
        <p:spPr>
          <a:xfrm>
            <a:off x="615519" y="896644"/>
            <a:ext cx="1166525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-    Material property category for each material data (material models </a:t>
            </a:r>
            <a:r>
              <a:rPr lang="en-US" b="1" dirty="0"/>
              <a:t>isotropic properties</a:t>
            </a:r>
            <a:r>
              <a:rPr lang="en-US" dirty="0"/>
              <a:t>, </a:t>
            </a:r>
            <a:r>
              <a:rPr lang="en-US" b="1" dirty="0"/>
              <a:t>plasticity</a:t>
            </a:r>
            <a:r>
              <a:rPr lang="en-US" dirty="0"/>
              <a:t>, </a:t>
            </a:r>
            <a:r>
              <a:rPr lang="en-US" b="1" dirty="0"/>
              <a:t>hyper elasticity</a:t>
            </a:r>
            <a:r>
              <a:rPr lang="en-US" dirty="0"/>
              <a:t>, </a:t>
            </a:r>
            <a:r>
              <a:rPr lang="en-US" b="1" dirty="0"/>
              <a:t>Fatigue, rate dependent properties</a:t>
            </a:r>
            <a:r>
              <a:rPr lang="en-US" dirty="0"/>
              <a:t> etc.,)  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dirty="0"/>
              <a:t>Upload material cards (formats -  </a:t>
            </a:r>
            <a:r>
              <a:rPr lang="en-US" b="1" dirty="0"/>
              <a:t>.xml </a:t>
            </a:r>
            <a:r>
              <a:rPr lang="en-US" dirty="0"/>
              <a:t>(Ansys), </a:t>
            </a:r>
            <a:r>
              <a:rPr lang="en-US" b="1" dirty="0"/>
              <a:t>.</a:t>
            </a:r>
            <a:r>
              <a:rPr lang="en-US" b="1" dirty="0" err="1"/>
              <a:t>inp</a:t>
            </a:r>
            <a:r>
              <a:rPr lang="en-US" b="1" dirty="0"/>
              <a:t> </a:t>
            </a:r>
            <a:r>
              <a:rPr lang="en-US" dirty="0"/>
              <a:t>(Abaqus), </a:t>
            </a:r>
            <a:r>
              <a:rPr lang="en-US" b="1" dirty="0"/>
              <a:t>.k </a:t>
            </a:r>
            <a:r>
              <a:rPr lang="en-US" dirty="0"/>
              <a:t>(LS-Dyna))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dirty="0"/>
              <a:t>Upload raw data in excel format (multiple sample data for each material)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dirty="0"/>
              <a:t>Upload material testing related documents and reports (in pdf/word format) under each material property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dirty="0"/>
              <a:t>Tabulated data – view it as table and chart (visualization)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dirty="0"/>
              <a:t>Version control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dirty="0"/>
              <a:t>Catalog numbers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dirty="0"/>
              <a:t>Admin &amp; User controls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412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c0b8251-a77c-46b4-9192-b351e4d87798" xsi:nil="true"/>
    <lcf76f155ced4ddcb4097134ff3c332f xmlns="31cc723b-6856-43f6-9b75-3a4fa764c5a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94F84F7946DE489E693AA36837C59D" ma:contentTypeVersion="18" ma:contentTypeDescription="Create a new document." ma:contentTypeScope="" ma:versionID="96e20f1b6d7dea268894c6344f1f6f0f">
  <xsd:schema xmlns:xsd="http://www.w3.org/2001/XMLSchema" xmlns:xs="http://www.w3.org/2001/XMLSchema" xmlns:p="http://schemas.microsoft.com/office/2006/metadata/properties" xmlns:ns2="31cc723b-6856-43f6-9b75-3a4fa764c5a9" xmlns:ns3="479c20bd-4955-4b3d-a54b-3f8197c0f694" xmlns:ns4="fc0b8251-a77c-46b4-9192-b351e4d87798" targetNamespace="http://schemas.microsoft.com/office/2006/metadata/properties" ma:root="true" ma:fieldsID="139e0deaf2e29bb5ed00658b7b9e80de" ns2:_="" ns3:_="" ns4:_="">
    <xsd:import namespace="31cc723b-6856-43f6-9b75-3a4fa764c5a9"/>
    <xsd:import namespace="479c20bd-4955-4b3d-a54b-3f8197c0f694"/>
    <xsd:import namespace="fc0b8251-a77c-46b4-9192-b351e4d877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lcf76f155ced4ddcb4097134ff3c332f" minOccurs="0"/>
                <xsd:element ref="ns4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cc723b-6856-43f6-9b75-3a4fa764c5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08217b30-7f8d-4707-a088-0ae4d07993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9c20bd-4955-4b3d-a54b-3f8197c0f69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0b8251-a77c-46b4-9192-b351e4d87798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58478ec0-297c-430e-b05a-dca367e46425}" ma:internalName="TaxCatchAll" ma:showField="CatchAllData" ma:web="479c20bd-4955-4b3d-a54b-3f8197c0f6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359230-D579-4959-ABF4-A6DF2170CF72}">
  <ds:schemaRefs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fc0b8251-a77c-46b4-9192-b351e4d87798"/>
    <ds:schemaRef ds:uri="479c20bd-4955-4b3d-a54b-3f8197c0f694"/>
    <ds:schemaRef ds:uri="31cc723b-6856-43f6-9b75-3a4fa764c5a9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54E7C87-9FD3-4910-AD2B-E46B7F3091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368600-0392-41CB-82BA-7E49DF1A93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cc723b-6856-43f6-9b75-3a4fa764c5a9"/>
    <ds:schemaRef ds:uri="479c20bd-4955-4b3d-a54b-3f8197c0f694"/>
    <ds:schemaRef ds:uri="fc0b8251-a77c-46b4-9192-b351e4d877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e9dbbfb-394a-4583-8810-53f81f819e3b}" enabled="0" method="" siteId="{4e9dbbfb-394a-4583-8810-53f81f819e3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105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Subramani, NaveenKumar  Kanchi</dc:creator>
  <cp:lastModifiedBy>Subramani, NaveenKumar  Kanchi</cp:lastModifiedBy>
  <cp:revision>7</cp:revision>
  <dcterms:created xsi:type="dcterms:W3CDTF">2023-07-24T04:35:59Z</dcterms:created>
  <dcterms:modified xsi:type="dcterms:W3CDTF">2025-04-23T12:08:35Z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0x0101003494F84F7946DE489E693AA36837C59D</vt:lpwstr>
  </property>
</Properties>
</file>